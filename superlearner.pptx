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5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2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69509-34F8-40E8-B936-89E2787F6382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01CB9-89AC-4391-AFD4-76DFD98613C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87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9F4AE-383F-41B4-A92C-E3FC6C9AC4A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16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8A30C-3FBC-9FCC-5D7C-5EA5BD64C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5C46A6-383C-960B-744A-2D78DFE13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8944B-5DAD-823A-D623-353C6C84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59302-D79D-0A44-53E3-C14FB1DA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724555-84B7-73F1-619E-CD621925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410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6C9F-1FF0-DBD5-2FFB-92ED0032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DFBA72-584D-4D82-158F-C52A697B0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C4F5B2-5C42-8BC9-CD47-0DD1086C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A08A31-0F94-7897-FAF0-B4839650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5EC8FA-853C-5DD4-BA83-E3023A0C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234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61605-5F33-4D24-40AE-C43A6BFD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418977-7417-EC45-93F8-E35017A6A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7BA179-48BC-49F8-180C-E4E7C1ED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D748CB-4E8D-04FC-B70D-DB8ADFDA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18274D-0578-4E19-A325-FD15DB5A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802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AD4539-180C-9938-4ED5-2033EFF8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1E1010-49C4-545E-7CF2-4A97BD123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EABAC4-06B4-95C5-FE60-A2270728D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37C214-3B9E-B4E4-4524-B9E79FC7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14A221-A37E-27B8-B593-ABC668B5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7606C3-5221-3AD1-40FD-EBAFEA62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057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DF60F-C578-A880-1D8D-08E0DC4F3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D4BCF5-AC91-07EE-C755-FB3B6DC1A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D7052C-6379-C91A-0808-2E0C25237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477FE9-9FB2-7E03-720C-96A3481601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926E6ED-D5D1-ACE1-A4B9-A7182DB41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F79744-3455-C14E-CB13-C264DBFA9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20506F1-F897-0E53-2A31-97E5C3A8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7EB719-A198-88EF-B97F-6B976772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047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C9180-6EEB-08D5-CB1C-F57F563A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39C6AC-AA78-2420-BABD-9130D4CD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B2FAB1-91C8-684B-CBBD-DC214BAB6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321D5D-8A68-576C-525F-F2DB2813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09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64ADF3-C39E-23A4-3617-75D87E04C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9385D4-4303-F3D6-A25D-7BB6AFA2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1D3FF9-81B5-CCF2-8D36-75272386B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70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429B6-6591-3833-DD4C-7F64F2AB9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9E552B-D3D2-3D48-AA56-A681AC961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B17F8EF-2E81-5737-516B-F30C20C21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3CD51-D61D-446C-69E9-1FAAAE3A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B7F60D-7EBE-0624-1BEB-A1D920A9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DCC34E-B0CC-CBAD-2626-A43FB58B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559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A0AD0-D788-B639-DE1E-5BBDCEF0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9FDA68D-262C-5C80-C69A-91C671CF8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3D71F5-0921-4578-388C-760A14BAF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E208D9-83CD-B8E9-B376-BAFB102D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B90292-91A9-77F1-3E55-CEFA919A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37FAD1-226B-6C2F-D72D-C915E0112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535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36321-C0F3-FD3F-A93D-B1964013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A9571D-9320-F84D-80DD-33D820857D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9CE7B2-2ADA-0967-2CD9-1DEA07E9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54393E-FB4D-7511-D59C-B75595FB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3CFC8-13EA-AE83-D320-11DFF860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59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8F2834-86C6-BBAB-AAAE-16B661E66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E89279-7C93-C860-5253-B04B21FF3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86D09-1DC6-7500-36E6-29CD1D0FB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CFE5EC-43C2-00ED-8A00-B4CBCA2B7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BAEB9B-EB66-A73A-EC5B-932CED90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35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89F448-FD6B-203D-3676-C80AE058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C4A7B2-5DED-6A24-8A76-BEE6A1E70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6C304F-F4F1-3E1C-B719-1D02AFC42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D43A7-499D-4EC4-A7A7-962FAB56CB93}" type="datetimeFigureOut">
              <a:rPr lang="es-ES" smtClean="0"/>
              <a:t>26/06/2026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FB07F3-694F-8087-53AB-A30E46BFE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92F94A-B997-9016-21F9-629AC3D42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94B7D-7E4A-475E-9436-33FE8AE09E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9776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1AB2-5F49-CDF6-4792-1C8C52DB4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10" y="6142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Super Learner model to predict gut permanence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949893-4369-4B19-7B8D-5A8CB3344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7746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80E36F6C-46A4-59C8-C92F-F0F007FDA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8605" y="0"/>
            <a:ext cx="717437" cy="692153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EE02D4A0-AC43-48F7-9782-A398CC5D3F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80" y="1850606"/>
            <a:ext cx="11174474" cy="5340013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07ED8F1-2728-3F77-3C95-4D5E06CEEF23}"/>
              </a:ext>
            </a:extLst>
          </p:cNvPr>
          <p:cNvSpPr txBox="1">
            <a:spLocks/>
          </p:cNvSpPr>
          <p:nvPr/>
        </p:nvSpPr>
        <p:spPr>
          <a:xfrm>
            <a:off x="5616734" y="190741"/>
            <a:ext cx="1115536" cy="5269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900" b="1" dirty="0" err="1">
                <a:solidFill>
                  <a:schemeClr val="bg1"/>
                </a:solidFill>
              </a:rPr>
              <a:t>Paper</a:t>
            </a:r>
            <a:r>
              <a:rPr lang="es-ES" sz="1900" b="1" dirty="0">
                <a:solidFill>
                  <a:schemeClr val="bg1"/>
                </a:solidFill>
              </a:rPr>
              <a:t> 1</a:t>
            </a:r>
            <a:endParaRPr lang="es-ES" sz="19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971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Panorámica</PresentationFormat>
  <Paragraphs>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Super Learner model to predict gut permanence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Sánchez</dc:creator>
  <cp:lastModifiedBy>Andrés Sánchez</cp:lastModifiedBy>
  <cp:revision>1</cp:revision>
  <dcterms:created xsi:type="dcterms:W3CDTF">2026-06-26T12:33:56Z</dcterms:created>
  <dcterms:modified xsi:type="dcterms:W3CDTF">2026-06-26T12:34:03Z</dcterms:modified>
</cp:coreProperties>
</file>